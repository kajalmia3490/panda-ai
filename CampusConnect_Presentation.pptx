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896"/>
                </a:solidFill>
                <a:latin typeface="Arial"/>
              </a:defRPr>
            </a:pPr>
            <a:r>
              <a:t>PROJECT PROPOSAL</a:t>
            </a:r>
          </a:p>
          <a:p>
            <a:pPr>
              <a:spcBef>
                <a:spcPts val="1000"/>
              </a:spcBef>
              <a:defRPr sz="5400" b="1">
                <a:solidFill>
                  <a:srgbClr val="FFFFFF"/>
                </a:solidFill>
                <a:latin typeface="Arial"/>
              </a:defRPr>
            </a:pPr>
            <a:r>
              <a:t>CampusConnect</a:t>
            </a:r>
          </a:p>
          <a:p>
            <a:pPr>
              <a:spcBef>
                <a:spcPts val="1500"/>
              </a:spcBef>
              <a:defRPr sz="2200">
                <a:solidFill>
                  <a:srgbClr val="C8D2E6"/>
                </a:solidFill>
                <a:latin typeface="Arial"/>
              </a:defRPr>
            </a:pPr>
            <a:r>
              <a:t>A Mobile Based University Student &amp; Campus Services Platform</a:t>
            </a:r>
          </a:p>
          <a:p>
            <a:pPr>
              <a:spcBef>
                <a:spcPts val="4000"/>
              </a:spcBef>
              <a:defRPr sz="1600">
                <a:solidFill>
                  <a:srgbClr val="B4BED2"/>
                </a:solidFill>
                <a:latin typeface="Arial"/>
              </a:defRPr>
            </a:pPr>
            <a:r>
              <a:t>Department of Computer Science and Engineering</a:t>
            </a:r>
            <a:br/>
            <a:r>
              <a:t>Bangladesh University of Business and Technology (BUBT)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Team Members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645920"/>
          <a:ext cx="8534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96209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Nirob Sarkar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20244203017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Abdullah Al Adnan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20244203038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Khadiza Akter 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20244203046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Subir Das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20244203048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Kajal 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1E1E1E"/>
                          </a:solidFill>
                        </a:defRPr>
                      </a:pPr>
                      <a:r>
                        <a:t>20244203028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Introduction</a:t>
            </a:r>
          </a:p>
          <a:p>
            <a:pPr>
              <a:spcBef>
                <a:spcPts val="1000"/>
              </a:spcBef>
              <a:defRPr sz="1600">
                <a:solidFill>
                  <a:srgbClr val="1E1E1E"/>
                </a:solidFill>
              </a:defRPr>
            </a:pPr>
            <a:r>
              <a:t>• Centralized mobile platform for university academic information and campus services.</a:t>
            </a:r>
            <a:br/>
            <a:r>
              <a:t>• Replaces fragmented communication with a single mobile-first app.</a:t>
            </a:r>
            <a:br/>
            <a:r>
              <a:t>• Built as an SDP-3 project using Flutter, Node.js/Express, and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Problem Statement</a:t>
            </a:r>
          </a:p>
          <a:p>
            <a:pPr>
              <a:spcBef>
                <a:spcPts val="1000"/>
              </a:spcBef>
              <a:defRPr sz="1600">
                <a:solidFill>
                  <a:srgbClr val="1E1E1E"/>
                </a:solidFill>
              </a:defRPr>
            </a:pPr>
            <a:r>
              <a:t>• Information scattered across notice boards, department groups, messaging apps &amp; print.</a:t>
            </a:r>
            <a:br/>
            <a:r>
              <a:t>• Difficult to find department- or semester-specific notices quickly.</a:t>
            </a:r>
            <a:br/>
            <a:r>
              <a:t>• Lack of unified workflow for maintenance complaints, event registration, and course materials.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Proposed Solution &amp; Target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Proposed Solution</a:t>
            </a:r>
          </a:p>
          <a:p>
            <a:pPr>
              <a:spcBef>
                <a:spcPts val="1000"/>
              </a:spcBef>
              <a:defRPr sz="1500">
                <a:solidFill>
                  <a:srgbClr val="1E1E1E"/>
                </a:solidFill>
              </a:defRPr>
            </a:pPr>
            <a:r>
              <a:t>• Secure &amp; user-friendly mobile application with role-based access control.</a:t>
            </a:r>
            <a:br/>
            <a:r>
              <a:t>• Students: Access academic info and campus services.</a:t>
            </a:r>
            <a:br/>
            <a:r>
              <a:t>• Teachers: Manage courses, materials, and assignments.</a:t>
            </a:r>
            <a:br/>
            <a:r>
              <a:t>• Staff: Handle complaints &amp; service requests.</a:t>
            </a:r>
            <a:br/>
            <a:r>
              <a:t>• Administrators: Manage users, notices, events, and system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Target Users &amp; Roles</a:t>
            </a:r>
          </a:p>
          <a:p>
            <a:pPr>
              <a:spcBef>
                <a:spcPts val="1000"/>
              </a:spcBef>
              <a:defRPr sz="1500">
                <a:solidFill>
                  <a:srgbClr val="1E1E1E"/>
                </a:solidFill>
              </a:defRPr>
            </a:pPr>
            <a:r>
              <a:t>1. Students</a:t>
            </a:r>
            <a:br/>
            <a:r>
              <a:t>   • Access notices, routines, courses, materials, assignments, events, complaints, and Lost &amp; Found.</a:t>
            </a:r>
            <a:br/>
            <a:r>
              <a:t>2. Teachers</a:t>
            </a:r>
            <a:br/>
            <a:r>
              <a:t>   • Upload materials, manage assignments, and support attendance/event workflows.</a:t>
            </a:r>
            <a:br/>
            <a:r>
              <a:t>3. Administrators</a:t>
            </a:r>
            <a:br/>
            <a:r>
              <a:t>   • Manage users, departments, courses, notices, routines and system settings.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Key Goals &amp; Objectives of CampusConnect:</a:t>
            </a:r>
          </a:p>
          <a:p>
            <a:pPr>
              <a:spcBef>
                <a:spcPts val="800"/>
              </a:spcBef>
              <a:defRPr sz="1600">
                <a:solidFill>
                  <a:srgbClr val="1E1E1E"/>
                </a:solidFill>
              </a:defRPr>
            </a:pPr>
            <a:r>
              <a:t>• Develop a centralized mobile platform for university students and campus services.</a:t>
            </a:r>
          </a:p>
          <a:p>
            <a:pPr>
              <a:spcBef>
                <a:spcPts val="800"/>
              </a:spcBef>
              <a:defRPr sz="1600">
                <a:solidFill>
                  <a:srgbClr val="1E1E1E"/>
                </a:solidFill>
              </a:defRPr>
            </a:pPr>
            <a:r>
              <a:t>• Provide personalized academic information based on department, semester, and role.</a:t>
            </a:r>
          </a:p>
          <a:p>
            <a:pPr>
              <a:spcBef>
                <a:spcPts val="800"/>
              </a:spcBef>
              <a:defRPr sz="1600">
                <a:solidFill>
                  <a:srgbClr val="1E1E1E"/>
                </a:solidFill>
              </a:defRPr>
            </a:pPr>
            <a:r>
              <a:t>• Enable authorized users to publish and manage university and department notices.</a:t>
            </a:r>
          </a:p>
          <a:p>
            <a:pPr>
              <a:spcBef>
                <a:spcPts val="800"/>
              </a:spcBef>
              <a:defRPr sz="1600">
                <a:solidFill>
                  <a:srgbClr val="1E1E1E"/>
                </a:solidFill>
              </a:defRPr>
            </a:pPr>
            <a:r>
              <a:t>• Provide seamless access to class routines, courses, learning materials, and assignments.</a:t>
            </a:r>
          </a:p>
          <a:p>
            <a:pPr>
              <a:spcBef>
                <a:spcPts val="800"/>
              </a:spcBef>
              <a:defRPr sz="1600">
                <a:solidFill>
                  <a:srgbClr val="1E1E1E"/>
                </a:solidFill>
              </a:defRPr>
            </a:pPr>
            <a:r>
              <a:t>• Support event discovery, registration, transparent complaint tracking, and Lost &amp; Found.</a:t>
            </a:r>
          </a:p>
          <a:p>
            <a:pPr>
              <a:spcBef>
                <a:spcPts val="800"/>
              </a:spcBef>
              <a:defRPr sz="1600">
                <a:solidFill>
                  <a:srgbClr val="1E1E1E"/>
                </a:solidFill>
              </a:defRPr>
            </a:pPr>
            <a:r>
              <a:t>• Implement secure authentication (JWT), role-based authorization, and scalable backend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Major Features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Authentication &amp; Authorization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Secure login, token-based security, and row-level role-based access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Home Dashboard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Personalized view showing today's classes, latest notices, upcoming assignments, and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Notice Management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University/department notices with filtering, search, priority tags, attachments, and expiration.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Class Routine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Daily and weekly schedules including course titles, teachers, room numbers, and timings.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Major Features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Course &amp; Learning Materials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Access course info, credits, schedules, and view/download learning materials uploaded by teachers.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Assignment Management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Teachers can create assignments; students can submit work online and view marks/feedback.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Notifications &amp; Profile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In-app notification history, Firebase push notifications, and editable academic/personal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9"/>
                </a:solidFill>
              </a:defRPr>
            </a:pPr>
            <a:r>
              <a:t>Admin Management</a:t>
            </a:r>
          </a:p>
          <a:p>
            <a:pPr>
              <a:spcBef>
                <a:spcPts val="600"/>
              </a:spcBef>
              <a:defRPr sz="1500">
                <a:solidFill>
                  <a:srgbClr val="1E1E1E"/>
                </a:solidFill>
              </a:defRPr>
            </a:pPr>
            <a:r>
              <a:t>Centralized control for users, departments, courses, notices, and other system entities.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UI/UX Concept &amp; Security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UI/UX Design Concept</a:t>
            </a:r>
          </a:p>
          <a:p>
            <a:pPr>
              <a:spcBef>
                <a:spcPts val="1000"/>
              </a:spcBef>
              <a:defRPr sz="1600">
                <a:solidFill>
                  <a:srgbClr val="1E1E1E"/>
                </a:solidFill>
              </a:defRPr>
            </a:pPr>
            <a:r>
              <a:t>• Clean, modern, mobile-first design approach.</a:t>
            </a:r>
            <a:br/>
            <a:r>
              <a:t>• Consistent reusable components &amp; card-based layout.</a:t>
            </a:r>
            <a:br/>
            <a:r>
              <a:t>• Primary Nav: Home, Services, Notifications, Profile.</a:t>
            </a:r>
            <a:br/>
            <a:r>
              <a:t>• Visual status timeline for complaint tracking.</a:t>
            </a:r>
            <a:br/>
            <a:r>
              <a:t>• Simplified forms for rapid user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Security Standards</a:t>
            </a:r>
          </a:p>
          <a:p>
            <a:pPr>
              <a:spcBef>
                <a:spcPts val="1000"/>
              </a:spcBef>
              <a:defRPr sz="1600">
                <a:solidFill>
                  <a:srgbClr val="1E1E1E"/>
                </a:solidFill>
              </a:defRPr>
            </a:pPr>
            <a:r>
              <a:t>• Secure Password Hashing (Never stored in plain text).</a:t>
            </a:r>
            <a:br/>
            <a:r>
              <a:t>• Protected REST APIs requiring valid authentication tokens.</a:t>
            </a:r>
            <a:br/>
            <a:r>
              <a:t>• Strict Input Validation on all API requests.</a:t>
            </a:r>
            <a:br/>
            <a:r>
              <a:t>• File upload validation (Type &amp; Size constraints).</a:t>
            </a:r>
            <a:br/>
            <a:r>
              <a:t>• RLS (Row Level Security) for data access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 &amp; Database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Technology Stack</a:t>
            </a:r>
          </a:p>
          <a:p>
            <a:pPr>
              <a:spcBef>
                <a:spcPts val="1000"/>
              </a:spcBef>
              <a:defRPr sz="1600">
                <a:solidFill>
                  <a:srgbClr val="1E1E1E"/>
                </a:solidFill>
              </a:defRPr>
            </a:pPr>
            <a:r>
              <a:t>• Mobile Frontend: Flutter / Dart</a:t>
            </a:r>
            <a:br/>
            <a:r>
              <a:t>• Backend: Node.js + Express.js (REST API)</a:t>
            </a:r>
            <a:br/>
            <a:r>
              <a:t>• Database: MongoDB + Mongoose</a:t>
            </a:r>
            <a:br/>
            <a:r>
              <a:t>• Version Control: Git + GitHub</a:t>
            </a:r>
            <a:br/>
            <a:r>
              <a:t>• API Testing: Postman / Thunder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Database Collections</a:t>
            </a:r>
          </a:p>
          <a:p>
            <a:pPr>
              <a:spcBef>
                <a:spcPts val="1000"/>
              </a:spcBef>
              <a:defRPr sz="1500">
                <a:solidFill>
                  <a:srgbClr val="1E1E1E"/>
                </a:solidFill>
              </a:defRPr>
            </a:pPr>
            <a:r>
              <a:t>• Primary DB: MongoDB</a:t>
            </a:r>
            <a:br/>
            <a:r>
              <a:t>• Planned Collections:</a:t>
            </a:r>
            <a:br/>
            <a:r>
              <a:t>  1. Users, Departments, Courses</a:t>
            </a:r>
            <a:br/>
            <a:r>
              <a:t>  2. Enrollments, Notices, Routines</a:t>
            </a:r>
            <a:br/>
            <a:r>
              <a:t>  3. Materials, Assignments, Submissions</a:t>
            </a:r>
            <a:br/>
            <a:r>
              <a:t>• Relationship mapping for future scalability.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82B49"/>
                </a:solidFill>
              </a:defRPr>
            </a:pPr>
            <a:r>
              <a:t>Conclusion &amp; Suitability for SDP-3</a:t>
            </a:r>
          </a:p>
          <a:p>
            <a:pPr>
              <a:spcBef>
                <a:spcPts val="1500"/>
              </a:spcBef>
              <a:defRPr sz="1600">
                <a:solidFill>
                  <a:srgbClr val="1E1E1E"/>
                </a:solidFill>
              </a:defRPr>
            </a:pPr>
            <a:r>
              <a:t>CampusConnect is a practical university-focused mobile application combining academic information and campus services into one unified platform.</a:t>
            </a:r>
            <a:br/>
            <a:br/>
            <a:r>
              <a:t>Why it is ideal for SDP-3:</a:t>
            </a:r>
            <a:br/>
            <a:r>
              <a:t>• Demonstrates full cross-platform mobile application development (Flutter).</a:t>
            </a:r>
            <a:br/>
            <a:r>
              <a:t>• Implements robust backend API design and business logic (Node.js/Express).</a:t>
            </a:r>
            <a:br/>
            <a:r>
              <a:t>• Features comprehensive database management and data modeling (MongoDB).</a:t>
            </a:r>
            <a:br/>
            <a:r>
              <a:t>• Integrates security, role-based access control, push notifications, and file handling.</a:t>
            </a:r>
            <a:br/>
            <a:r>
              <a:t>• Solves real-world academic workflows and campus communication bottlenecks.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